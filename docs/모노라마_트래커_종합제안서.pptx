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64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0"/>
            <a:ext cx="731520" cy="6858000"/>
          </a:xfrm>
          <a:prstGeom prst="rect">
            <a:avLst/>
          </a:prstGeom>
          <a:solidFill>
            <a:srgbClr val="0A3D6E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모노라마 트래커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행사·이벤트 전 과정을 하나로 연결하는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운영 플랫폼 종합 제안서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(주)모노라마 · 2026. 6. 7.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0" y="137160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0D4D8A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371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0" y="13716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Tracker — 행사 운영의 새로운 표준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196596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0D4D8A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19659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377440" y="19659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트래커 시스템 구성도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256032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0D4D8A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5603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77440" y="25603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주최기관(Host) — 통합 관리자 시스템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315468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0D4D8A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1546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377440" y="31546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방문객(Visitor) — 통합 PWA 경험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71600" y="374904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0D4D8A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37490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377440" y="3749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가맹점·현장요원 — 행사 운영 파트너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434340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0D4D8A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43434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377440" y="43434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정산·분석 — 모든 보상의 자동 집계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71600" y="493776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0D4D8A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49377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377440" y="49377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보안·운영 — 안심하고 맡기는 인프라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71600" y="5532120"/>
            <a:ext cx="822960" cy="502920"/>
          </a:xfrm>
          <a:prstGeom prst="roundRect">
            <a:avLst>
              <a:gd name="adj" fmla="val 10909"/>
            </a:avLst>
          </a:prstGeom>
          <a:solidFill>
            <a:srgbClr val="0D4D8A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55321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0" y="55321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로드맵 + 가격 정책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Tracker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운영의 새로운 표준 — 단일 플랫폼으로 전 과정 통합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운영의 현실 — 6개의 분리된 시스템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사전등록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구글폼·네이버폼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다운로드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28016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🎫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8056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현장등록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3774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종이대장·수기 입력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집계 불가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28016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2104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Tour/Quiz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58200" y="23774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앱·종이 스탬프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방문/응답 분리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🎁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008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Gift/경품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7548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종이쿠폰·바코드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추적 불가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36576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48056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설문조사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17720" y="47548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구글폼·전화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응답률 저조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0" y="3657600"/>
            <a:ext cx="3657600" cy="2103120"/>
          </a:xfrm>
          <a:prstGeom prst="roundRect">
            <a:avLst>
              <a:gd name="adj" fmla="val 3478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32104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58200" y="47548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수기 집계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오류·누락 빈번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데이터 단절 · 정산 오류 · 부정 사용 · 응답률 저하 · 인건비 손실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Tracker — 6개를 1개의 플랫폼으로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단일 DB · 단일 로그인 · 단일 PWA · 자동 동기화 · 실시간 통계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단일화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사전등록 → 현장등록 → Tour → Quiz → 설문 → 경품 → 정산까지 하나의 워크플로우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9202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8056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자동 집계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3017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방문·응답·지급·수령 모든 이벤트가 즉시 DB 반영. 별도 엑셀 없이 정산 가능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21040" y="19202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321040" y="2514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Visitor PWA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3017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프로젝트명으로 설치되는 모바일 앱. 별도 앱스토어 등록 불필요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34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0080" y="4892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QR 분기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3949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전엔 사전등록, 시작 후엔 현장등록 — 하나의 QR이 시점에 따라 자동 라우팅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429768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4434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480560" y="4892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 사용 차단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17720" y="53949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Gift QR 1회용 토큰 + 가맹점 인증코드 + 호스트 승인 PIN 으로 다중 보안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21040" y="429768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4434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💼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321040" y="4892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전용 UI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58200" y="53949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호스트·방문객·가맹점·현장요원·관리자 5개 역할 각각 최적화된 화면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역할 × 통합 백엔드 × 실시간 동기화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트래커 시스템 구성도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0" y="27432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0D4D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27889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Tracker 통합 백엔드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0" y="3291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· MySQL · PWA · Push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3657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+ 실시간 이벤트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18872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0D4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280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🏢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주최기관 관리자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18872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280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👥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0" y="1737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 (PWA)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03920" y="118872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1280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🏪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503920" y="1737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Merchant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120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👷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0080" y="5577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 Agent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5989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현장요원 (PWA)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5029200"/>
            <a:ext cx="3017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25400">
            <a:solidFill>
              <a:srgbClr val="BE18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5120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503920" y="5577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E18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Admin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03920" y="5989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모바일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사전등록  ·  🎫 현장등록  ·  🎯 Tour  ·  🧩 Quiz  ·  📝 설문조사  ·  🎁 Gift·경품  ·  💰 정산  ·  👷 근태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주최기관(Host) 시스템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생성부터 정산까지 한 화면에서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 Console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주최기관 관리자 — 8개 탭으로 모든 행사 운영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프로젝트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등록·수정·견적·진행률·승인 PIN 통합 관리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9584" y="128016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👷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29584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현장요원관리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66744" y="2377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요원 등록·근태·QR·현장 인증 코드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19088" y="128016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🎫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19088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입장관리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56248" y="2377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사전·현장등록 / 입장권 발급 / 방문객현황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08592" y="128016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308592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Tour관리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45752" y="2377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등록·QR·연계 Quiz·방문자 통계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008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Quiz관리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937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등록·이미지·정답률·응시자 통계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29584" y="38404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9584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529584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설문조사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66744" y="4937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카탈로그·응답자·경품수령·결과 분석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19088" y="38404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9088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🏪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419088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가맹점관리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56248" y="4937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신청·승인·인증 PIN·사업자/통장 확인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308592" y="38404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08592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308592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445752" y="4937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사전·현장·Gift·Quiz·설문경품 통합 집계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Setup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등록 — 옵션 선택만으로 자동 견적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호스트가 행사 기간·옵션을 선택하면 시스템이 즉시 견적을 계산하고 메일 발송. 입금 확인 후 자동 시작.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32918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옵션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계산 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사전등록 사용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일수 × 일 단위 요금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시작 N일 전부터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현장등록 사용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일수 × 일 단위 요금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 기간 동일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Tour 관리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일수 × Tour 요금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위치/전시물 무제한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Quiz 관리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일수 × Quiz 요금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등록 무제한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설문조사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프로젝트당 정액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응답자 경품 옵션은 추가 비용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현장요원관리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프로젝트당 정액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요원 수 무제한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보상액 초과 허용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(체크 / 미체크)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초과 시 신규 보상 중지 여부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모든 옵션은 프로젝트 단위로 ON/OFF — 작은 행사부터 대형 박람회까지 동일 시스템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Tour &amp; Quiz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위치별 QR 발급 + 연계 Quiz + 방문자 통계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Tour 관리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위치/전시물 등록 — 좌표·이미지·연계 Quiz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위치마다 고유 QR 자동 발급 + 280×280 모달 보기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방문자별 진행률 시각화 + 완주자 자동 식별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Gift 발급 한도/금액 자동 계산 + 단계별 보상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프로젝트별 / 방문자별 두 가지 보기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5486400" cy="5029200"/>
          </a:xfrm>
          <a:prstGeom prst="roundRect">
            <a:avLst>
              <a:gd name="adj" fmla="val 1455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463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Quiz 관리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01168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연계 / 단독 — Tour 도착 후 자동 표시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첨부 + 단일/다중 선택 / 단문 답안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정답률·응시 진행도 실시간 집계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보상 (Gift bonus) — 가맹점에서 추가 결제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방문자별 정답률 우수자 자동 식별 → 추가 보상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Survey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설문조사 — 응답률을 높이는 경품 QR 시스템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카탈로그 기반의 빠른 설문 구성 + 응답 완료 시 즉시 발급되는 경품 수령 QR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194560" cy="2286000"/>
          </a:xfrm>
          <a:prstGeom prst="roundRect">
            <a:avLst>
              <a:gd name="adj" fmla="val 3333"/>
            </a:avLst>
          </a:prstGeom>
          <a:solidFill>
            <a:srgbClr val="FCE7F3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E18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 등록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질문·이미지·필수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응답자 정보 수집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7432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E18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926080" y="1920240"/>
            <a:ext cx="2194560" cy="2286000"/>
          </a:xfrm>
          <a:prstGeom prst="roundRect">
            <a:avLst>
              <a:gd name="adj" fmla="val 3333"/>
            </a:avLst>
          </a:prstGeom>
          <a:solidFill>
            <a:srgbClr val="FCE7F3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🎁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926080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E18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설정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63240" y="30175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단가·수량·메시지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이미지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7432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E18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212080" y="1920240"/>
            <a:ext cx="2194560" cy="2286000"/>
          </a:xfrm>
          <a:prstGeom prst="roundRect">
            <a:avLst>
              <a:gd name="adj" fmla="val 3333"/>
            </a:avLst>
          </a:prstGeom>
          <a:solidFill>
            <a:srgbClr val="FCE7F3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📲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212080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E18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응답자 참여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30175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PWA에서 응답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제출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27432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E18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498080" y="1920240"/>
            <a:ext cx="2194560" cy="2286000"/>
          </a:xfrm>
          <a:prstGeom prst="roundRect">
            <a:avLst>
              <a:gd name="adj" fmla="val 3333"/>
            </a:avLst>
          </a:prstGeom>
          <a:solidFill>
            <a:srgbClr val="FCE7F3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🎫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498080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E18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QR 발급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35240" y="30175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완료 즉시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자동 생성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92640" y="2743200"/>
            <a:ext cx="137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E18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784080" y="1920240"/>
            <a:ext cx="2194560" cy="2286000"/>
          </a:xfrm>
          <a:prstGeom prst="roundRect">
            <a:avLst>
              <a:gd name="adj" fmla="val 3333"/>
            </a:avLst>
          </a:prstGeom>
          <a:solidFill>
            <a:srgbClr val="FCE7F3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9784080" y="2514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E18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수령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921240" y="301752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PWA 로 QR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 → 수령 처리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E18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4개 sub 탭으로 운영 + 결과 분석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0080" y="5212080"/>
            <a:ext cx="2606040" cy="822960"/>
          </a:xfrm>
          <a:prstGeom prst="roundRect">
            <a:avLst>
              <a:gd name="adj" fmla="val 5556"/>
            </a:avLst>
          </a:prstGeom>
          <a:solidFill>
            <a:srgbClr val="BE185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52120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설문조사현황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29000" y="5212080"/>
            <a:ext cx="2606040" cy="822960"/>
          </a:xfrm>
          <a:prstGeom prst="roundRect">
            <a:avLst>
              <a:gd name="adj" fmla="val 5556"/>
            </a:avLst>
          </a:prstGeom>
          <a:solidFill>
            <a:srgbClr val="BE185D"/>
          </a:solidFill>
          <a:ln/>
        </p:spPr>
      </p:sp>
      <p:sp>
        <p:nvSpPr>
          <p:cNvPr id="35" name="Text 33"/>
          <p:cNvSpPr/>
          <p:nvPr/>
        </p:nvSpPr>
        <p:spPr>
          <a:xfrm>
            <a:off x="3429000" y="52120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응답결과 (질문별 통계)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5212080"/>
            <a:ext cx="2606040" cy="822960"/>
          </a:xfrm>
          <a:prstGeom prst="roundRect">
            <a:avLst>
              <a:gd name="adj" fmla="val 5556"/>
            </a:avLst>
          </a:prstGeom>
          <a:solidFill>
            <a:srgbClr val="BE185D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52120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응답자현황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006840" y="5212080"/>
            <a:ext cx="2606040" cy="822960"/>
          </a:xfrm>
          <a:prstGeom prst="roundRect">
            <a:avLst>
              <a:gd name="adj" fmla="val 5556"/>
            </a:avLst>
          </a:prstGeom>
          <a:solidFill>
            <a:srgbClr val="BE185D"/>
          </a:solidFill>
          <a:ln/>
        </p:spPr>
      </p:sp>
      <p:sp>
        <p:nvSpPr>
          <p:cNvPr id="39" name="Text 37"/>
          <p:cNvSpPr/>
          <p:nvPr/>
        </p:nvSpPr>
        <p:spPr>
          <a:xfrm>
            <a:off x="9006840" y="52120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🎁 경품수령 (QR 스캔)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응답률 분석 → 만족도 추적 → 다음 행사 개선 자료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Merchant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가맹점관리 — 지원·승인·인증 통합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가맹점이 5개 유형별로 지원 → 호스트가 유형별 개별 승인 → PIN 자동 발급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BFDBF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🟠 사전등록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182880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BBF7D0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8288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🟢 현장등록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0" y="182880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8288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Tour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0" y="182880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8288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Quiz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784080" y="1828800"/>
            <a:ext cx="2194560" cy="1097280"/>
          </a:xfrm>
          <a:prstGeom prst="roundRect">
            <a:avLst>
              <a:gd name="adj" fmla="val 5000"/>
            </a:avLst>
          </a:prstGeom>
          <a:solidFill>
            <a:srgbClr val="FED7AA"/>
          </a:solidFill>
          <a:ln/>
        </p:spPr>
      </p:sp>
      <p:sp>
        <p:nvSpPr>
          <p:cNvPr id="16" name="Text 14"/>
          <p:cNvSpPr/>
          <p:nvPr/>
        </p:nvSpPr>
        <p:spPr>
          <a:xfrm>
            <a:off x="9784080" y="18288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🎁 설문경품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가맹점관리 탭 — 핵심 기능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749040"/>
            <a:ext cx="10515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사업자등록증·통장사본 클릭 한 번에 popup 모달로 확인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은행·계좌번호 자동 노출 + 모바일/연락처 자동 포맷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클릭 시 메일 작성 popup — 가맹점 안내 즉시 발송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유형별 컬럼 그룹 — 한 가맹점의 모든 지원 상태 한눈에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인증비밀번호 마스킹 + 👁 토글로 안전한 PIN 관리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[승인]/[거절] 인라인 미니 버튼 — 한 화면에서 5개 유형 즉시 처리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 통합 PWA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진입점이든 → 하나의 앱으로 통합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Visitor PWA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프로젝트명으로 설치되는 통합 모바일 앱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QR이든, 어떤 URL이든 → 프로젝트명으로 PWA 설치 유도 + 통합 메뉴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진입 경로 (모두 동일 PWA)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사전등록 URL  →  /reserve/{serial}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현장등록 URL  →  /entry/{serial}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등록 URL →  /register/{serial} ★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Tour 위치 QR →  /v/{serial}/{seq}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설문조사 URL →  /survey/{serial}</a:t>
            </a:r>
            <a:endParaRPr lang="en-US" sz="1200" dirty="0"/>
          </a:p>
          <a:p>
            <a:pPr>
              <a:spcAft>
                <a:spcPts val="5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메뉴     →  /v/{serial}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/register/ — 시작 전 → 사전등록, 시작 후 → 현장등록 자동 분기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120640" cy="4663440"/>
          </a:xfrm>
          <a:prstGeom prst="roundRect">
            <a:avLst>
              <a:gd name="adj" fmla="val 2222"/>
            </a:avLst>
          </a:prstGeom>
          <a:solidFill>
            <a:srgbClr val="F0FDF4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9202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{프로젝트명}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211403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참여하실 기능을 선택해 주세요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260243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73959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324251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사전등록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0" y="260243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273959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🎫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0" y="324251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현장등록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3828448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9656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75120" y="44685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Tour·Quiz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0" y="507492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5212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75120" y="5715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설문조사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" y="6505475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📲 홈 화면에 앱을 추가하면 한 곳에서 모든 기능을 빠르게 이용 가능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Visitor Journey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 참여 여정 — 한 앱에서 끝까지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📲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PWA 설치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URL이든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프로젝트명으로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화면 추가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9584" y="128016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29584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사전등록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66744" y="2377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인증·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입력 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QR 발급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19088" y="128016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🎫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19088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현장 입장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56248" y="2377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발급된 QR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 → 방문확인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처리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08592" y="128016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308592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Tour 방문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45752" y="237744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위치 QR 스캔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진행률 시각화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Gift 누적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8404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008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Quiz 응시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937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위치별 자동 표시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보너스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채점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29584" y="38404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9584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🎁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529584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Gift 사용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66744" y="4937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가맹점에서 QR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시 즉시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차감 처리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19088" y="38404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9088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419088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설문 응답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56248" y="4937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완료 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→ 경품 QR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발급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308592" y="38404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08592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308592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경품 수령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445752" y="4937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QR 스캔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수령 완료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부정 차단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· 현장요원 · 관리자 PWA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운영 전 인원을 디지털로 연결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Partner Apps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역할 × 3개의 모바일 PWA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🏪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(Merchant)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유형별 (Tour/Quiz/사전/현장/설문경품) 지원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사업자등록 + 통장사본 업로드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Gift QR 스캔 결제 + PIN 인증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내역 실시간 확인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PWA 로 휴대폰에서 즉시 이용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417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👷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48056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현장요원 (Field Agent)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3440" y="265176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주민등록증 + 통장사본 업로드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QR 스캔으로 근태 등록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프로젝트별 일정·현황 확인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등록 PWA — 현장에서 빠른 가입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근태 자동 정산 (시급/일급)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280160"/>
            <a:ext cx="3657600" cy="5029200"/>
          </a:xfrm>
          <a:prstGeom prst="roundRect">
            <a:avLst>
              <a:gd name="adj" fmla="val 2000"/>
            </a:avLst>
          </a:prstGeom>
          <a:solidFill>
            <a:srgbClr val="FCE7F3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417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2104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E18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모바일 (Mobile Admin)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2651760"/>
            <a:ext cx="3383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/admin 접속 시 모바일이면 자동 이동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경품수령 — QR 스캔 → 즉시 수령 처리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방문등록 — 사전+현장 통합 QR 스캔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현장요원 근태 실시간 조회</a:t>
            </a:r>
            <a:endParaRPr lang="en-US" sz="1100" dirty="0"/>
          </a:p>
          <a:p>
            <a:pPr>
              <a:spcAft>
                <a:spcPts val="500"/>
              </a:spcAft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저장 + PWA 설치 안내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· 분석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보상의 자동 집계 + 실시간 통계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Settlement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— 5개 보상 유형 × 3가지 보기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프로젝트별 / 가맹점별 / 일별 — 한 화면에서 모든 보상의 흐름 자동 집계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194560" cy="1828800"/>
          </a:xfrm>
          <a:prstGeom prst="roundRect">
            <a:avLst>
              <a:gd name="adj" fmla="val 3000"/>
            </a:avLst>
          </a:prstGeom>
          <a:solidFill>
            <a:srgbClr val="BFDBFE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사전등록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단가 × 사용수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자동 집계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1920240"/>
            <a:ext cx="2194560" cy="1828800"/>
          </a:xfrm>
          <a:prstGeom prst="roundRect">
            <a:avLst>
              <a:gd name="adj" fmla="val 3000"/>
            </a:avLst>
          </a:prstGeom>
          <a:solidFill>
            <a:srgbClr val="BBF7D0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2608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현장등록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880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단가 × 사용수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자동 집계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1920240"/>
            <a:ext cx="2194560" cy="1828800"/>
          </a:xfrm>
          <a:prstGeom prst="roundRect">
            <a:avLst>
              <a:gd name="adj" fmla="val 3000"/>
            </a:avLst>
          </a:prstGeom>
          <a:solidFill>
            <a:srgbClr val="FED7A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1208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2880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단가·사용·증정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자동 계산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1920240"/>
            <a:ext cx="2194560" cy="1828800"/>
          </a:xfrm>
          <a:prstGeom prst="roundRect">
            <a:avLst>
              <a:gd name="adj" fmla="val 3000"/>
            </a:avLst>
          </a:prstGeom>
          <a:solidFill>
            <a:srgbClr val="EDE9FE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9808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21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Quiz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0" y="2880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보너스 단가 ×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지급수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784080" y="1920240"/>
            <a:ext cx="2194560" cy="1828800"/>
          </a:xfrm>
          <a:prstGeom prst="roundRect">
            <a:avLst>
              <a:gd name="adj" fmla="val 3000"/>
            </a:avLst>
          </a:prstGeom>
          <a:solidFill>
            <a:srgbClr val="FFF7ED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78408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설문경품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84080" y="2880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단가 × 수령수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집계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023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Reward 금액 = 5개 유형 합계 (예산 대비 % 자동 표시)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572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3개 보기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5120640"/>
            <a:ext cx="352044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2120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4840" y="5577840"/>
            <a:ext cx="353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단위 한 행 요약 — 전체 보상 + </a:t>
            </a:r>
            <a:r>
              <a:rPr lang="en-US" sz="1100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예산사용률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43400" y="5120640"/>
            <a:ext cx="352044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52120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343399" y="5577840"/>
            <a:ext cx="3520439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× 프로젝트 — 가맹점 단위 정산 정산 명세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46720" y="5120640"/>
            <a:ext cx="352044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52120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일별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046720" y="55778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일자 × 가맹점 — 일자별 흐름 추적, 사전·현장·Gift·Quiz·설문경품 모두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통계 — 의사결정 도구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 통계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응시자 / 완주자 / 평균 진행률 / Gift 사용 합계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진행도 막대 그래프 + 완주 배지 자동 표시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8056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Tour 방문자별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3774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Tour 대비 방문 비율 + 첫/마지막 방문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Gift 발급/사용 횟수 + 사용 금액 누적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2104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Quiz 정답률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58200" y="23774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응시 진행도 + 정답률 (80%+ 녹색)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정답률 우수자 자동 식별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CE7F3"/>
          </a:solidFill>
          <a:ln w="12700">
            <a:solidFill>
              <a:srgbClr val="BE18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E18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 응답 결과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8463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유형별 자동 시각화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객관식 막대 / 평점 평균 / 예-아니오 % / 단문 목록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374904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FF7ED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🎁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480560" y="4343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A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수령 추적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17720" y="48463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발급 / 미수령 / 수령 완료 실시간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프로젝트 QR 자동 차단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0" y="374904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👷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321040" y="4343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현장요원 근태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58200" y="48463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시각 + 누적 시간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급여 자동 정산 기초 자료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· 운영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안심하고 맡기는 인프라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&amp; Ops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보안·운영 — 데이터·인증·부정사용 방지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암호화 저장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개인정보(이름·이메일·전화·계좌·사업자번호) AES 암호화 저장 + DB 접근 통제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9584" y="128016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29584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인증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66744" y="2377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비밀번호 + 프로젝트 PIN + 가맹점 인증코드 + Gift QR 1회용 토큰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19088" y="128016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19088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분리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56248" y="2377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 / Visitor / Merchant / Field Agent / Supervisor 5개 역할 + 세션 분리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08592" y="128016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08592" y="1417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308592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검증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45752" y="237744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Tour QR 위치 좌표 + 가맹점 QR 결제 + 관리자 수령 처리 — 다단계 검증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749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🚫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0080" y="4343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중복·부정 차단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8463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Gift 토큰 1회 사용 + 경품 QR 1회 수령 + 다른 프로젝트 QR 거부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29584" y="3749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9584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📨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529584" y="4343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추적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666744" y="48463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 이력 탭 — 견적·승인·거절·알림 모든 메일 발송 상태 추적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19088" y="3749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19088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💾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419088" y="4343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백업·복원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56248" y="48463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 + 수동 백업/복원 스크립트 + 마이그레이션 SQL 관리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308592" y="374904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08592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📲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308592" y="4343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 오프라인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445752" y="48463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Worker — 카메라/QR 등 네트워크 끊겨도 일부 기능 유지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로드맵 + 가격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시작해서 다음 주 행사에 사용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절차 — 1주일 내 가능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4D8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1280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주관기관 가입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80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인증 → 기관 정보 등록 → 즉시 사용 가능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4D8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1874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등록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8745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기간 + 옵션 선택 → 자동 견적 → 메일 발송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4D8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4688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2468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입금 확인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4688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 입금 → 호스트가 입금 확인 클릭 → 프로젝트 시작 대기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06324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4D8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632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등록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0632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Tour 위치 + 연계 Quiz + 설문조사 질문 + 가맹점 모집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65760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4D8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576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657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승인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657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지원 검토 → 유형별 승인 → 인증 PIN 자동 발급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25196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4D8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519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828800" y="4251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인쇄·배포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42519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Tour 위치 QR / 등록 통합 QR / 설문 QR 인쇄·배포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84632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4D8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8463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28800" y="4846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현장요원 등록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54880" y="48463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요원 PWA 배포 → 정보 입력 → 출퇴근 QR 발급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440680"/>
            <a:ext cx="1005840" cy="502920"/>
          </a:xfrm>
          <a:prstGeom prst="roundRect">
            <a:avLst>
              <a:gd name="adj" fmla="val 10909"/>
            </a:avLst>
          </a:prstGeom>
          <a:solidFill>
            <a:srgbClr val="0D4D8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5440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828800" y="5440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개시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754880" y="54406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자동 시작 → 실시간 통계 + 정산 시작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정책 — 사용한 만큼, 옵션별 정확한 견적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3657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구축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 정액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초기 세팅 + 랜딩 디자인 2안 + 모바일 아이콘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사용료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Tour 일 단위 · Quiz 일 단위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기간 × 일 단위 요금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사전등록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단위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시작 N일 전부터 시작일 전일까지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현장등록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단위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기간 동일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현장요원관리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프로젝트당 정액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요원 수 무제한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설문조사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프로젝트당 정액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응답자 경품 옵션 추가 비용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 자체 비용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(주최기관 부담)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Gift / Quiz 보너스 / 설문경품 자체 금액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견적은 프로젝트 등록 시 옵션 선택만으로 자동 계산 — 메일 즉시 발송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견적이 필요하시면 별도 견적 요청 또는 시연 미팅을 신청해 주세요.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효과 — 시간·인건비·정확성 모두 개선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시간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70%↓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엑셀·종이 작업 제거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자동 집계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8056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인건비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50%↓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27889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운영 인력 감소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자동화된 정산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128016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2104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정확도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99%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03920" y="27889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이력 100% 추적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오류 제거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008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3배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22960" y="52578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 기반 즉시 참여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경품 QR 동기부여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374904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48056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인사이트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80560" y="4709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100%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63440" y="52578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질문별 응답 통계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방문자 행동 분석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21040" y="3749040"/>
            <a:ext cx="3657600" cy="2286000"/>
          </a:xfrm>
          <a:prstGeom prst="roundRect">
            <a:avLst>
              <a:gd name="adj" fmla="val 3200"/>
            </a:avLst>
          </a:prstGeom>
          <a:solidFill>
            <a:srgbClr val="F0FDF4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3886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32104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부정사용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4709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0건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503920" y="52578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1회용 QR + 다중 인증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발급 차단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4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운영의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표준을 만나세요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시연 미팅을 신청하시면, 귀 기관의 행사에 맞춘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맞춤형 데모 환경을 즉시 구성해 드립니다.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502920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0A3D6E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및 시연 신청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(주)모노라마  ·  Email: hello@mono-rama.com  ·  Web: tracker.mono-rama.com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 2026 Monorama Co., Ltd. — Tracker 종합 제안서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2189</Words>
  <Application>Microsoft Office PowerPoint</Application>
  <PresentationFormat>와이드스크린</PresentationFormat>
  <Paragraphs>522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창호 김</cp:lastModifiedBy>
  <cp:revision>2</cp:revision>
  <dcterms:created xsi:type="dcterms:W3CDTF">2026-06-07T14:56:50Z</dcterms:created>
  <dcterms:modified xsi:type="dcterms:W3CDTF">2026-06-07T15:03:31Z</dcterms:modified>
</cp:coreProperties>
</file>